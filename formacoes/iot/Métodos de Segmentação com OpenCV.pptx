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418" r:id="rId4"/>
    <p:sldId id="446" r:id="rId5"/>
    <p:sldId id="447" r:id="rId6"/>
    <p:sldId id="448" r:id="rId7"/>
    <p:sldId id="420" r:id="rId8"/>
    <p:sldId id="449" r:id="rId9"/>
    <p:sldId id="450" r:id="rId10"/>
    <p:sldId id="451" r:id="rId11"/>
    <p:sldId id="452" r:id="rId12"/>
    <p:sldId id="270" r:id="rId13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5" roundtripDataSignature="AMtx7mgDeO90I8HBaw4//EzmFDUXWtYA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2DD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3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112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07" Type="http://schemas.openxmlformats.org/officeDocument/2006/relationships/viewProps" Target="viewProps.xml"/><Relationship Id="rId11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11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10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73739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3567665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987575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639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811625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1299662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33052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188694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4EC5463-B062-47A7-BE31-A8E7E64D8430}" type="datetime1">
              <a:rPr lang="pt-BR" smtClean="0"/>
              <a:pPr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Robótica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6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85011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dirty="0" err="1">
                <a:solidFill>
                  <a:srgbClr val="FF0000"/>
                </a:solidFill>
                <a:latin typeface="Century Gothic" pitchFamily="34" charset="0"/>
              </a:rPr>
              <a:t>Métodos</a:t>
            </a:r>
            <a:r>
              <a:rPr lang="en-US" sz="4000" dirty="0">
                <a:solidFill>
                  <a:srgbClr val="FF0000"/>
                </a:solidFill>
                <a:latin typeface="Century Gothic" pitchFamily="34" charset="0"/>
              </a:rPr>
              <a:t> de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FF0000"/>
                </a:solidFill>
                <a:latin typeface="Century Gothic" pitchFamily="34" charset="0"/>
              </a:rPr>
              <a:t>Segmentação</a:t>
            </a:r>
            <a:endParaRPr lang="en-US" sz="4000" b="1" dirty="0">
              <a:solidFill>
                <a:srgbClr val="FF0000"/>
              </a:solidFill>
              <a:latin typeface="Century Gothic" pitchFamily="34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FF0000"/>
                </a:solidFill>
                <a:latin typeface="Century Gothic" pitchFamily="34" charset="0"/>
              </a:rPr>
              <a:t>Com OpenCV </a:t>
            </a:r>
            <a:endParaRPr lang="en-US" sz="4000" b="1" u="none" strike="noStrike" cap="none" dirty="0">
              <a:solidFill>
                <a:srgbClr val="FF0000"/>
              </a:solidFill>
              <a:latin typeface="Century Gothic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Lenna - Wikipedia">
            <a:extLst>
              <a:ext uri="{FF2B5EF4-FFF2-40B4-BE49-F238E27FC236}">
                <a16:creationId xmlns:a16="http://schemas.microsoft.com/office/drawing/2014/main" id="{E8FAD02B-80D1-DBA3-38D6-D73C91C90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37" y="1038676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dia Kit - OpenCV">
            <a:extLst>
              <a:ext uri="{FF2B5EF4-FFF2-40B4-BE49-F238E27FC236}">
                <a16:creationId xmlns:a16="http://schemas.microsoft.com/office/drawing/2014/main" id="{5C77B784-8543-396F-28A9-93F1019C4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86" y="2431064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a4cd88d6f_0_57"/>
          <p:cNvSpPr txBox="1"/>
          <p:nvPr/>
        </p:nvSpPr>
        <p:spPr>
          <a:xfrm>
            <a:off x="564043" y="1136901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Processamento</a:t>
            </a:r>
            <a:endParaRPr lang="en-US" sz="52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Imagens</a:t>
            </a:r>
            <a:endParaRPr sz="5200" b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868123" y="2422059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79005491-F122-D2B7-8037-C45A6A6F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EFAB9505-C5D0-71FF-A6E0-B870C8B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Segmentação de imagens/Image segmentation | Maycol de Alencar">
            <a:extLst>
              <a:ext uri="{FF2B5EF4-FFF2-40B4-BE49-F238E27FC236}">
                <a16:creationId xmlns:a16="http://schemas.microsoft.com/office/drawing/2014/main" id="{8603A66F-76EC-7363-F058-C22E3217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0" y="1664319"/>
            <a:ext cx="738187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2050" name="Picture 2" descr="Segmentação de Imagens Médicas com Deep Learning - Data Science Academy">
            <a:extLst>
              <a:ext uri="{FF2B5EF4-FFF2-40B4-BE49-F238E27FC236}">
                <a16:creationId xmlns:a16="http://schemas.microsoft.com/office/drawing/2014/main" id="{7C3A1EB3-2AF7-0E65-BB4F-1CAB75F28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0" y="1463829"/>
            <a:ext cx="7095258" cy="321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97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3074" name="Picture 2" descr="Segmentação (processamento de imagem) – Wikipédia, a enciclopédia livre">
            <a:extLst>
              <a:ext uri="{FF2B5EF4-FFF2-40B4-BE49-F238E27FC236}">
                <a16:creationId xmlns:a16="http://schemas.microsoft.com/office/drawing/2014/main" id="{24B10B19-A459-1411-D921-9BDF0EE54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14" y="1586377"/>
            <a:ext cx="7316216" cy="210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5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E12B555-17AA-4A61-948B-F7BF45F75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694448"/>
            <a:ext cx="7089001" cy="175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3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FDDB557-77E9-EBBE-FBF1-DB1BD52B8AD9}"/>
              </a:ext>
            </a:extLst>
          </p:cNvPr>
          <p:cNvSpPr/>
          <p:nvPr/>
        </p:nvSpPr>
        <p:spPr>
          <a:xfrm>
            <a:off x="0" y="0"/>
            <a:ext cx="9144000" cy="51434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4" name="Google Shape;154;g10a4cd88d6f_0_57"/>
          <p:cNvSpPr txBox="1"/>
          <p:nvPr/>
        </p:nvSpPr>
        <p:spPr>
          <a:xfrm>
            <a:off x="407926" y="977517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52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Segmentação</a:t>
            </a:r>
            <a:endParaRPr sz="5200" b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1053976" y="2273802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 dirty="0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79005491-F122-D2B7-8037-C45A6A6F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EFAB9505-C5D0-71FF-A6E0-B870C8B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93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Sobel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1165B5F-31C2-7CAC-3F6B-E192DD310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508576"/>
            <a:ext cx="7160750" cy="238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90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Sobel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6146" name="Picture 2" descr="Filtro Sobel – Wikipédia, a enciclopédia livre">
            <a:extLst>
              <a:ext uri="{FF2B5EF4-FFF2-40B4-BE49-F238E27FC236}">
                <a16:creationId xmlns:a16="http://schemas.microsoft.com/office/drawing/2014/main" id="{40F24064-59E9-3D19-E165-5C31B9A36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4" y="1704278"/>
            <a:ext cx="6271825" cy="95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Gedu">
            <a:extLst>
              <a:ext uri="{FF2B5EF4-FFF2-40B4-BE49-F238E27FC236}">
                <a16:creationId xmlns:a16="http://schemas.microsoft.com/office/drawing/2014/main" id="{3B66E6BE-789D-73F0-EDCF-A659D05C4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34" y="3014957"/>
            <a:ext cx="37528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5E84BAF-3C3B-18C8-D0BF-C161CAFAA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571999" y="2913898"/>
            <a:ext cx="1888273" cy="188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76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Prewitt</a:t>
            </a:r>
            <a:endParaRPr lang="pt-BR"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00165C9-DB56-9F28-D2AB-F6590A219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460810"/>
            <a:ext cx="5844401" cy="291563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FFDCD9-902D-8C7A-5131-D238E2241207}"/>
              </a:ext>
            </a:extLst>
          </p:cNvPr>
          <p:cNvSpPr txBox="1"/>
          <p:nvPr/>
        </p:nvSpPr>
        <p:spPr>
          <a:xfrm>
            <a:off x="1069974" y="4445620"/>
            <a:ext cx="4907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       </a:t>
            </a:r>
            <a:r>
              <a:rPr lang="pt-BR" i="1" dirty="0"/>
              <a:t>Roberts</a:t>
            </a:r>
            <a:r>
              <a:rPr lang="pt-BR" dirty="0"/>
              <a:t>                                                 </a:t>
            </a:r>
            <a:r>
              <a:rPr lang="pt-BR" i="1" dirty="0" err="1"/>
              <a:t>Prewitt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90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Prewitt</a:t>
            </a:r>
            <a:endParaRPr lang="pt-BR"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7170" name="Picture 2" descr="Operador Prewitt – Wikipédia, a enciclopédia livre">
            <a:extLst>
              <a:ext uri="{FF2B5EF4-FFF2-40B4-BE49-F238E27FC236}">
                <a16:creationId xmlns:a16="http://schemas.microsoft.com/office/drawing/2014/main" id="{F9E2313F-6067-1C56-CF4D-F4DC718B5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78618"/>
            <a:ext cx="6409387" cy="96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2436949-018B-B241-D8C9-F06CF3F59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161" y="2989224"/>
            <a:ext cx="2145099" cy="2154227"/>
          </a:xfrm>
          <a:prstGeom prst="rect">
            <a:avLst/>
          </a:prstGeom>
        </p:spPr>
      </p:pic>
      <p:pic>
        <p:nvPicPr>
          <p:cNvPr id="17" name="Picture 4" descr="IMGedu">
            <a:extLst>
              <a:ext uri="{FF2B5EF4-FFF2-40B4-BE49-F238E27FC236}">
                <a16:creationId xmlns:a16="http://schemas.microsoft.com/office/drawing/2014/main" id="{EB6B38D7-4C1F-A679-C750-AAAE0183D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34" y="3014957"/>
            <a:ext cx="37528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455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-272555" y="21040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18133670-36CC-8F79-58A8-97F8E215C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CF8F7B42-B959-61BC-A01B-34929BFC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A8828802-8173-468B-B19B-7B4DAB0F4B4A}"/>
</file>

<file path=customXml/itemProps2.xml><?xml version="1.0" encoding="utf-8"?>
<ds:datastoreItem xmlns:ds="http://schemas.openxmlformats.org/officeDocument/2006/customXml" ds:itemID="{BBD09354-6573-48DE-BC5E-7D33BB2BAD5C}"/>
</file>

<file path=customXml/itemProps3.xml><?xml version="1.0" encoding="utf-8"?>
<ds:datastoreItem xmlns:ds="http://schemas.openxmlformats.org/officeDocument/2006/customXml" ds:itemID="{ABBB548A-F945-4106-8A3F-C91C2D0FAC6D}"/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295</Words>
  <Application>Microsoft Office PowerPoint</Application>
  <PresentationFormat>Apresentação na tela (16:9)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 Narrow</vt:lpstr>
      <vt:lpstr>Century Gothic</vt:lpstr>
      <vt:lpstr>Arial</vt:lpstr>
      <vt:lpstr>Calibri</vt:lpstr>
      <vt:lpstr>Simple Light</vt:lpstr>
      <vt:lpstr>Apresentação do PowerPoint</vt:lpstr>
      <vt:lpstr>Apresentação do PowerPoint</vt:lpstr>
      <vt:lpstr>        </vt:lpstr>
      <vt:lpstr>        </vt:lpstr>
      <vt:lpstr>        </vt:lpstr>
      <vt:lpstr>        </vt:lpstr>
      <vt:lpstr>Apresentação do PowerPoint</vt:lpstr>
      <vt:lpstr>        </vt:lpstr>
      <vt:lpstr>        </vt:lpstr>
      <vt:lpstr>        </vt:lpstr>
      <vt:lpstr>      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Larissa Mestieri</dc:creator>
  <cp:lastModifiedBy>DIEGO RENAN BRUNO</cp:lastModifiedBy>
  <cp:revision>67</cp:revision>
  <dcterms:modified xsi:type="dcterms:W3CDTF">2022-06-30T01:41:16Z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